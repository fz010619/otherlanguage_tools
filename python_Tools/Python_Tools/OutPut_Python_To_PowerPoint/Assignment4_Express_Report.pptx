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福建农林大学校园快递选址优化系统汇报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334155"/>
                </a:solidFill>
                <a:latin typeface="微软雅黑" panose="020B0503020204020204" charset="-122"/>
              </a:defRPr>
            </a:pPr>
            <a:r>
              <a:t>日期: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348107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研究背景与需求分析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34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校园末端配送痛点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取件距离远：现有站点主要分布在生活区边缘，无法覆盖全校师生。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路况动态影响：下课高峰期路网拥堵，学生体感时间成本极高。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选址盲点：传统的“经验选址”缺乏对宿舍人口密度的量化评估。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13180" y="2491105"/>
            <a:ext cx="764476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34004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系统架构与核心技术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技术栈：Python + NetworkX + Leaflet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后端引擎：FastAPI 结合 NetworkX 在内存中构建秒级响应的拓扑图。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空间运算：Geopandas 处理 EPSG:3857 投影坐标，确保长度计算准确。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渲染层：Leaflet.js 实现路网拥堵态势图、需求热力图与服务圈的联动渲染。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(此处建议插入：VSCode 中 main.py 核心函数或路由定义的代码块截图)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25245" y="2875280"/>
            <a:ext cx="3462020" cy="30848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730" y="2816860"/>
            <a:ext cx="5071745" cy="2015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526859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核心算法一：动态路况权重模拟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34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3:4:3 拥堵感知模型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随机概率分配：将路网按 30% 畅通、40% 缓行、30% 拥堵进行动态权重映射。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步速参数：畅通 1.2m/s，缓行 0.7m/s，拥堵 0.3m/s（模拟取件排队</a:t>
            </a:r>
            <a:r>
              <a:rPr lang="zh-CN"/>
              <a:t>以及上下学时段路段拥堵</a:t>
            </a:r>
            <a:r>
              <a:t>）。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逻辑实现：边的权重 Weight = Length / Speed，反映真实体感耗时。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37310" y="2453005"/>
            <a:ext cx="5874385" cy="3673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647446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核心算法二：多准则选址决策（MCDA）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效率与公平的博弈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覆盖最优：优先覆盖 5 分钟步行圈内师生总数最多的点位。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时长最优：优先选择能最大化降低全校平均取件耗时的点位。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折中最优：线性加权平衡覆盖率与时间收益，解决“</a:t>
            </a:r>
            <a:r>
              <a:rPr lang="zh-CN"/>
              <a:t>让大多数人更爽</a:t>
            </a:r>
            <a:r>
              <a:t>”与“</a:t>
            </a:r>
            <a:r>
              <a:rPr lang="zh-CN"/>
              <a:t>让最痛苦</a:t>
            </a:r>
            <a:endParaRPr lang="zh-CN"/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/>
              <a:t>的人不那么痛苦</a:t>
            </a:r>
            <a:r>
              <a:t>”的冲突。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89695" y="1417955"/>
            <a:ext cx="18592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483044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需求感知可视化：热力与图标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34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离散人口的热力表达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建筑图标：区分“宿（绿色）”与“教（橙色）”，直观识别高频取件区。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动态热力：基于宿舍人口（pop_count）生成的核密度热力图，识别需求极核。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空间连接：展示“空闲房屋（灰点）”到最近道路的垂线，验证接入合法性。</a:t>
            </a:r>
          </a:p>
        </p:txBody>
      </p:sp>
      <p:pic>
        <p:nvPicPr>
          <p:cNvPr id="11" name="内容占位符 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3970" y="2491105"/>
            <a:ext cx="5551805" cy="3472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383857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 交互式模拟与即时评估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34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“点击即所得”的决策体验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实时仿真：点击地图任意位置，系统瞬间计算该点作为新站点的全校收益。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排除约束：自动检测与现有站点的距离，防止 100 米内资源重复建设。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KPI 反馈：侧边栏同步刷新“平均时间下降”、“5分钟覆盖率”等核心指标。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4605" y="2491105"/>
            <a:ext cx="5795645" cy="3624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411543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结果分析：折中最优方案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34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选址合理性论证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现状基准：平均取件耗时约 20.80 分钟。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优化成效：折中最优点位将平均耗时降至 15.23 分钟，降幅达 26.8%。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特征解读：最优选址通常位于大型宿舍区与边缘教学区的关键交通枢纽处。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7145" y="2491105"/>
            <a:ext cx="7945120" cy="39046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268541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总结与未来展望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14400"/>
            <a:ext cx="11368735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728655" cy="101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数字化校园决策支持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结论：系统成功实现了在复杂路况下的选址评估，显著提升了决策的科学性。</a:t>
            </a:r>
          </a:p>
          <a:p>
            <a:pPr lvl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未来展望：接入校园真实人流大数据 API；考虑快递柜容量上限；支持无人车路径模拟。</a:t>
            </a: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5780" y="2162810"/>
            <a:ext cx="5520690" cy="2774950"/>
          </a:xfrm>
          <a:prstGeom prst="rect">
            <a:avLst/>
          </a:prstGeom>
        </p:spPr>
      </p:pic>
      <p:pic>
        <p:nvPicPr>
          <p:cNvPr id="10" name="图片 9" descr="在农大见过最美的火烧云_1_#折耳根_来自小红书网页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710" y="2162810"/>
            <a:ext cx="5588000" cy="3703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WPS 演示</Application>
  <PresentationFormat>On-screen Show (4:3)</PresentationFormat>
  <Paragraphs>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范臻</cp:lastModifiedBy>
  <cp:revision>2</cp:revision>
  <dcterms:created xsi:type="dcterms:W3CDTF">2013-01-27T09:14:00Z</dcterms:created>
  <dcterms:modified xsi:type="dcterms:W3CDTF">2026-04-14T05:30:07Z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86607D91D156428689418F145777C962_12</vt:lpwstr>
  </property>
  <property fmtid="{D5CDD505-2E9C-101B-9397-08002B2CF9AE}" pid="3" name="KSOProductBuildVer">
    <vt:lpwstr>2052-12.1.0.23542</vt:lpwstr>
  </property>
</Properties>
</file>