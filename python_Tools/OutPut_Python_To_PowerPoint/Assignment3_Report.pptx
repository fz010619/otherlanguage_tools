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福州中心城区公园服务公平性评价系统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日期: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26515" y="1600200"/>
            <a:ext cx="648970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48107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项目背景与研究意义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960" cy="1377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15分钟社区生活圈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响应国家“15分钟社区生活圈”规划要求，评估公共服务设施的空间分配正义。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核心问题：解决由于建筑密度高、路网复杂导致的公园资源“空间错位”现象。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研究目标：构建一套实时、量化的 WebGIS 评价平台，识别城市服务盲区。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31440"/>
            <a:ext cx="4131310" cy="28809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845" y="2631440"/>
            <a:ext cx="6026150" cy="2880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4004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技术路线与系统架构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960" cy="1518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后端：PostGIS + FastAPI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空间数据库：利用 PostGIS 实现街道与公园的 ST_Intersection 空间拓扑运算。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逻辑层：Python 计算实时基尼系数与洛伦兹曲线坐标点。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前端引擎：Leaflet.js 负责分级色彩渲染，ECharts 负责统计图表联动。</a:t>
            </a:r>
          </a:p>
        </p:txBody>
      </p:sp>
      <p:pic>
        <p:nvPicPr>
          <p:cNvPr id="9" name="图片 8" descr="作业3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3890" y="2661920"/>
            <a:ext cx="5823585" cy="2955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12356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核心评价指标体系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科学量化公平性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15min服务覆盖率：基于真实步行路网成本的等时圈覆盖范围（Service Rate）。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基尼系数 (Gini)：量化资源分配的不均衡程度，判别是否存在社会空间极化。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洛伦兹曲线 (Lorenz)：展示“人口累积百分比”与“资源占有百分比”的偏离程度。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4290" y="2524125"/>
            <a:ext cx="6674485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04292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空间覆盖评价结果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资源分布的两极分化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全区平均覆盖率：35.84%，整体服务水平仍有较大提升空间。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极化现象：思贤区等核心街道实现 100% 覆盖，而仓山、荫营镇仅为 10%。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盲区识别：系统自动标记服务率 &lt; 25% 的区域为“特别加强盲区”。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9365" y="2491105"/>
            <a:ext cx="6831965" cy="3504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483044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公平性分析：洛伦兹曲线解读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资源集中度评估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实时基尼系数：0.5582，判定为“高度不均衡”状态。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洛伦兹曲线：曲线大幅向下弯曲，反映了严重的分配不公。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资源占有：前 20% 的优势人口占有了全区 67.61% 的公园服务资源。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3965" y="2564130"/>
            <a:ext cx="5835015" cy="3178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4553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社会群体差异：老龄化挑战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空间错位诊断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弱势群体分析：对比老龄化 Top5 街道与全区平均服务水平。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核心矛盾：荫营镇街道老龄化率（32.83%）极高，但覆盖率仅 10%，处于服务洼地。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评价结果：公园配置未能有效触达最急需的老年群体，存在显著的可达性赤字。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4605" y="2639060"/>
            <a:ext cx="5857875" cy="24479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485" y="2639060"/>
            <a:ext cx="3225800" cy="2491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49110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重点优化区域：仓山与荫营镇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精准补短板建议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仓山街道：人口 30 万，覆盖率仅 10%，属于绝对的服务缺口区。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荫营镇街道：高老龄化与低覆盖率叠加，属于“双重弱势”需优先干预区。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优化方向：在上述区域优先增建口袋公园，并打通 5min 步行慢行网络。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6195" y="2491105"/>
            <a:ext cx="4546600" cy="3561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365" y="2491105"/>
            <a:ext cx="4581525" cy="3561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48107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规划建议与未来展望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基于 GIS 的决策支持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补短板：在特别加强盲区（&lt;25%）优先选址微型绿地或口袋公园。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适老化：针对高老龄化区进行步行环境优化，消除空间屏障。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动态监测：建议将此 WebGIS 评价指标纳入年度规划动态考核体系。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8255" y="2491105"/>
            <a:ext cx="8229600" cy="3592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WPS 演示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范臻</cp:lastModifiedBy>
  <cp:revision>2</cp:revision>
  <dcterms:created xsi:type="dcterms:W3CDTF">2013-01-27T09:14:00Z</dcterms:created>
  <dcterms:modified xsi:type="dcterms:W3CDTF">2026-04-14T04:53:50Z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5C2849A5916C4FE4919E045EC197932A_12</vt:lpwstr>
  </property>
  <property fmtid="{D5CDD505-2E9C-101B-9397-08002B2CF9AE}" pid="3" name="KSOProductBuildVer">
    <vt:lpwstr>2052-12.1.0.23542</vt:lpwstr>
  </property>
</Properties>
</file>